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-1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2926080"/>
            <a:ext cx="4114800" cy="41148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Intelligence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data intelligence project built with Claude 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orders  ·  9 datasets  ·  4 analysis phases  ·  Brazil 2016–2018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133088"/>
            <a:ext cx="196596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605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7200" y="448970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4133088"/>
            <a:ext cx="196596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41605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R$15.4M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06040" y="448970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4133088"/>
            <a:ext cx="196596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1605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754880" y="448970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4133088"/>
            <a:ext cx="196596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1605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903720" y="4489704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AI · Olist Dataset (Kaggle)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760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9 raw CSVs to a full data intelligence deck — in plain English using Claude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057400" cy="3200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81328"/>
            <a:ext cx="2057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9105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9768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2523744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9 CSVs into 32-column master. Profiled 100k orders. Only 2 missing values in delivered orders.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481328"/>
            <a:ext cx="2057400" cy="3200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481328"/>
            <a:ext cx="20574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159105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42616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42616" y="2523744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trend, category breakdown, delivery performance, payment patterns. 22% YoY growth confirmed.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45736" y="1481328"/>
            <a:ext cx="2057400" cy="3200400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45736" y="1481328"/>
            <a:ext cx="2057400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159105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55464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55464" y="2523744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93,358 customers on R·F·M. 9 segments mapped. R$6.15M at-risk revenue identified.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58584" y="1481328"/>
            <a:ext cx="2057400" cy="320040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58584" y="1481328"/>
            <a:ext cx="20574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8312" y="159105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68312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Churn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68312" y="2523744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vs satisfaction (r=−0.267, p&lt;0.0001). 97% single-purchase rate. R$1.72M churn loss.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Olist Brazilian E-Commerce Dataset (Kaggle)  ·  Analysed with Claude AI  ·  2016–2018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76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KPIs That Define the Business</a:t>
            </a:r>
            <a:endParaRPr lang="en-US" sz="2400" dirty="0"/>
          </a:p>
        </p:txBody>
      </p:sp>
      <p:pic>
        <p:nvPicPr>
          <p:cNvPr id="7" name="Image 0" descr="/home/claude/olist_charts/c6_kpi_dashboar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82880" y="1115568"/>
            <a:ext cx="8778240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Olist Brazilian E-Commerce Dataset (Kaggle)  ·  Analysed with Claude AI  ·  2016–2018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76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 ·  Jan 2017 – Aug 2018</a:t>
            </a:r>
            <a:endParaRPr lang="en-US" sz="2400" dirty="0"/>
          </a:p>
        </p:txBody>
      </p:sp>
      <p:pic>
        <p:nvPicPr>
          <p:cNvPr id="7" name="Image 0" descr="/home/claude/olist_charts/c1_revenue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115568"/>
            <a:ext cx="640080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03720" y="1115568"/>
            <a:ext cx="201168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67728" y="1170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967728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67728" y="1847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2017→2018 Jan-Aug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03720" y="2304288"/>
            <a:ext cx="201168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67728" y="23591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R$1.15M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967728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67728" y="30358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Black Friday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03720" y="3493008"/>
            <a:ext cx="201168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67728" y="3547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967728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Sales Day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67728" y="42245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more vs Saturday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Olist Brazilian E-Commerce Dataset (Kaggle)  ·  Analysed with Claude AI  ·  2016–2018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76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  ·  Revenue vs Customer Satisfaction</a:t>
            </a:r>
            <a:endParaRPr lang="en-US" sz="2200" dirty="0"/>
          </a:p>
        </p:txBody>
      </p:sp>
      <p:pic>
        <p:nvPicPr>
          <p:cNvPr id="7" name="Image 0" descr="/home/claude/olist_charts/c2_catego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115568"/>
            <a:ext cx="8778240" cy="3547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#1 at R$1.41M  ·  Office furniture worst 1-star rate at 17%  ·  Books highest rated at 4.54★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Olist Brazilian E-Commerce Dataset (Kaggle)  ·  Analysed with Claude AI  ·  2016–2018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·  93,358 customers  ·  9 segments  ·  R$6.15M at risk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88620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·  Recency      F  ·  Frequency      M  ·  Monetary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76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 ·  Recency vs Monetary Value</a:t>
            </a:r>
            <a:endParaRPr lang="en-US" sz="2400" dirty="0"/>
          </a:p>
        </p:txBody>
      </p:sp>
      <p:pic>
        <p:nvPicPr>
          <p:cNvPr id="7" name="Image 0" descr="/home/claude/olist_charts/c3_rfm_seg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115568"/>
            <a:ext cx="877824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= customer count  ·  Position = recency vs avg spend  ·  Label % = share of platform revenue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Olist Brazilian E-Commerce Dataset (Kaggle)  ·  Analysed with Claude AI  ·  2016–2018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76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Curve &amp; Revenue At-Risk Analysis</a:t>
            </a:r>
            <a:endParaRPr lang="en-US" sz="2400" dirty="0"/>
          </a:p>
        </p:txBody>
      </p:sp>
      <p:pic>
        <p:nvPicPr>
          <p:cNvPr id="7" name="Image 0" descr="/home/claude/olist_charts/c5_pareto_ri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115568"/>
            <a:ext cx="877824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customers → 53.5% of revenue  ·  R$6.15M in at-risk segments  ·  97% of customers buy once and never return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Olist Brazilian E-Commerce Dataset (Kaggle)  ·  Analysed with Claude AI  ·  2016–2018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76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Cliff  ·  How Lateness Destroys Satisfaction</a:t>
            </a:r>
            <a:endParaRPr lang="en-US" sz="2200" dirty="0"/>
          </a:p>
        </p:txBody>
      </p:sp>
      <p:pic>
        <p:nvPicPr>
          <p:cNvPr id="7" name="Image 0" descr="/home/claude/olist_charts/c4_delivery_cli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115568"/>
            <a:ext cx="6492240" cy="34015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03720" y="1115568"/>
            <a:ext cx="201168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67728" y="1170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r=−0.267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967728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67728" y="1847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vs review score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03720" y="2304288"/>
            <a:ext cx="201168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67728" y="23591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p&lt;0.0001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967728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T-test: t=125.21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67728" y="30358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definitive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03720" y="3493008"/>
            <a:ext cx="201168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67728" y="3547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−1.83pts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967728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drop (late)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67728" y="42245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4.29 on-time → 2.46 late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Olist Brazilian E-Commerce Dataset (Kaggle)  ·  Analysed with Claude AI  ·  2016–2018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76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  ·  Logistics Drive Satisfaction</a:t>
            </a:r>
            <a:endParaRPr lang="en-US" sz="2400" dirty="0"/>
          </a:p>
        </p:txBody>
      </p:sp>
      <p:pic>
        <p:nvPicPr>
          <p:cNvPr id="7" name="Image 0" descr="/home/claude/olist_charts/c7_geograph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115568"/>
            <a:ext cx="877824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SP: 5.3% late · 8.3d delivery · 4.25★   vs   AL: 22.9% late · 24d delivery · 3.86★  — Fix northeast logistics = fix platform NPS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Olist Brazilian E-Commerce Dataset (Kaggle)  ·  Analysed with Claude AI  ·  2016–2018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760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Findings That Change How You See This Business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7744" y="1115568"/>
            <a:ext cx="2743200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1115568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07008"/>
            <a:ext cx="384048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070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120700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growing — but concentrated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164592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YoY growth, R$1M+/month from 2018. But 37% of revenue is São Paulo alone. Geographic diversification is both the risk and the growth opportunity.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19856" y="1115568"/>
            <a:ext cx="2743200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9856" y="1115568"/>
            <a:ext cx="27432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9584" y="1207008"/>
            <a:ext cx="384048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9584" y="12070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86784" y="120700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beats electronics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29584" y="164592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R$1.41M vs R$1.03M. High-AOV repeat-purchase beauty products outperform one-off electronics buys. Product mix strategy matters.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01968" y="1115568"/>
            <a:ext cx="2743200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1115568"/>
            <a:ext cx="2743200" cy="457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1696" y="1207008"/>
            <a:ext cx="384048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12070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8896" y="120700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customers never come back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11696" y="164592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spend 92% more (R$308 vs R$161). Moving 5% more customers to a 2nd purchase adds millions without acquisition spend.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09344" y="2798064"/>
            <a:ext cx="2743200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9344" y="2798064"/>
            <a:ext cx="27432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19072" y="2889504"/>
            <a:ext cx="384048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19072" y="28895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76272" y="2889504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collapses NPS instantly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719072" y="3328416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1-7 days late drops score from 4.12 to 3.02. 8-15 days late: 1.71. Not a slope — a cliff. Office furniture is the crisis at 17% 1-star.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91456" y="2798064"/>
            <a:ext cx="2743200" cy="1572768"/>
          </a:xfrm>
          <a:prstGeom prst="rect">
            <a:avLst/>
          </a:prstGeom>
          <a:solidFill>
            <a:srgbClr val="1122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91456" y="2798064"/>
            <a:ext cx="27432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01184" y="2889504"/>
            <a:ext cx="384048" cy="347472"/>
          </a:xfrm>
          <a:prstGeom prst="rect">
            <a:avLst/>
          </a:prstGeom>
          <a:solidFill>
            <a:srgbClr val="0B1929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8895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58384" y="2889504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= logistics = satisfaction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01184" y="3328416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AL: 22.9% late, 24-day delivery, 3.86★. SP: 5.3% late, 8.3 days, 4.25★. Infrastructure in northeast is the clearest NPS lever.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Olist Brazilian E-Commerce Dataset (Kaggle)  ·  Analysed with Claude AI  ·  2016–2018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INTELLIGENCE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0058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760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  ·  Prioritised by Revenue Impact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01752" y="1143000"/>
            <a:ext cx="1618488" cy="361188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1143000"/>
            <a:ext cx="1618488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234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" y="166420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At Risk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" y="2194560"/>
            <a:ext cx="713232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1945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R$641k+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2194560"/>
            <a:ext cx="658368" cy="21945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1945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3192" y="2487168"/>
            <a:ext cx="143560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13,166 customers, R$244 avg, gone 393 days. 10-15% win-back discount at 20% conversion = R$641k recovered. Highest ROI action.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66544" y="1143000"/>
            <a:ext cx="1618488" cy="3611880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66544" y="1143000"/>
            <a:ext cx="1618488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1234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57984" y="166420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purchase activation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57984" y="2194560"/>
            <a:ext cx="713232" cy="21945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57984" y="21945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R$M LTV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07792" y="2194560"/>
            <a:ext cx="658368" cy="21945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21945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157984" y="2487168"/>
            <a:ext cx="143560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14,984 new customers in 90-day window. 'Complete your collection' email within 30 days. Moves repeat rate 3%→8-10%.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31336" y="1143000"/>
            <a:ext cx="1618488" cy="36118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31336" y="1143000"/>
            <a:ext cx="161848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22776" y="1234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922776" y="166420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furniture logistics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922776" y="2194560"/>
            <a:ext cx="713232" cy="2194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22776" y="21945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+2pt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72584" y="2194560"/>
            <a:ext cx="658368" cy="21945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72584" y="21945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effort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922776" y="2487168"/>
            <a:ext cx="143560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1-star, 20d avg delivery. Dedicated fulfilment for bulky goods = immediate NPS improvement across platform.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96128" y="1143000"/>
            <a:ext cx="1618488" cy="3611880"/>
          </a:xfrm>
          <a:prstGeom prst="rect">
            <a:avLst/>
          </a:prstGeom>
          <a:solidFill>
            <a:srgbClr val="1122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96128" y="1143000"/>
            <a:ext cx="161848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1234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687568" y="166420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infrastructure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87568" y="2194560"/>
            <a:ext cx="713232" cy="2194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21945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R$500k+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37376" y="2194560"/>
            <a:ext cx="658368" cy="21945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7376" y="21945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effort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687568" y="2487168"/>
            <a:ext cx="143560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AL/MA/PA: 15-23% late rates. Scores 0.4★ lower. Regional warehousing or carrier contracts unlocks underserved market.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60920" y="1143000"/>
            <a:ext cx="1618488" cy="361188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60920" y="1143000"/>
            <a:ext cx="1618488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1234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452360" y="166420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programme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52360" y="2194560"/>
            <a:ext cx="713232" cy="21945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21945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+40%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202168" y="2194560"/>
            <a:ext cx="658368" cy="21945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02168" y="21945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452360" y="2487168"/>
            <a:ext cx="143560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6,493 customers, R$312 avg, 13.1% of revenue. Early access, referral incentives. Cheapest revenue to protect.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Olist Brazilian E-Commerce Dataset (Kaggle)  ·  Analysed with Claude AI  ·  2016–2018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7315200" cy="73152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1828800"/>
            <a:ext cx="5486400" cy="54864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has the data.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has the answers.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645920" y="2999232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94436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revenue growth — but 97% of customers buy once and leave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3383280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332841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R$6.15M in at-risk revenue across churned and dormant segments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3767328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371246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lateness collapses satisfaction — it's a cliff, not a slope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4151376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409651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is the model. The northeast needs to catch up.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4535424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448056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(7% of customers) generate 13.1% of revenue — protect them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4681728"/>
            <a:ext cx="402336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4681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AI  ·  Olist Dataset  ·  Brazil 2016-2018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2026-05-30T20:59:43Z</dcterms:created>
  <dcterms:modified xsi:type="dcterms:W3CDTF">2026-05-30T20:59:43Z</dcterms:modified>
</cp:coreProperties>
</file>